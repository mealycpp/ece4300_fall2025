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6"/>
  </p:notesMasterIdLst>
  <p:sldIdLst>
    <p:sldId id="273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ster Slide" id="{F9E75E4E-17B5-4B1C-90FE-E5D37C6A7572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54" y="16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la Shepherd" userId="cfbe556704ba904b" providerId="LiveId" clId="{E262B8DC-F763-4577-859C-8BBF94047C30}"/>
    <pc:docChg chg="delSld delSection modSection">
      <pc:chgData name="Ella Shepherd" userId="cfbe556704ba904b" providerId="LiveId" clId="{E262B8DC-F763-4577-859C-8BBF94047C30}" dt="2025-12-11T04:17:31.111" v="2" actId="17851"/>
      <pc:docMkLst>
        <pc:docMk/>
      </pc:docMkLst>
      <pc:sldChg chg="del">
        <pc:chgData name="Ella Shepherd" userId="cfbe556704ba904b" providerId="LiveId" clId="{E262B8DC-F763-4577-859C-8BBF94047C30}" dt="2025-12-11T04:17:26.537" v="0" actId="47"/>
        <pc:sldMkLst>
          <pc:docMk/>
          <pc:sldMk cId="1337192207" sldId="261"/>
        </pc:sldMkLst>
      </pc:sldChg>
      <pc:sldChg chg="del">
        <pc:chgData name="Ella Shepherd" userId="cfbe556704ba904b" providerId="LiveId" clId="{E262B8DC-F763-4577-859C-8BBF94047C30}" dt="2025-12-11T04:17:26.537" v="0" actId="47"/>
        <pc:sldMkLst>
          <pc:docMk/>
          <pc:sldMk cId="1094849372" sldId="262"/>
        </pc:sldMkLst>
      </pc:sldChg>
      <pc:sldChg chg="del">
        <pc:chgData name="Ella Shepherd" userId="cfbe556704ba904b" providerId="LiveId" clId="{E262B8DC-F763-4577-859C-8BBF94047C30}" dt="2025-12-11T04:17:28.317" v="1" actId="47"/>
        <pc:sldMkLst>
          <pc:docMk/>
          <pc:sldMk cId="1187148051" sldId="263"/>
        </pc:sldMkLst>
      </pc:sldChg>
      <pc:sldChg chg="del">
        <pc:chgData name="Ella Shepherd" userId="cfbe556704ba904b" providerId="LiveId" clId="{E262B8DC-F763-4577-859C-8BBF94047C30}" dt="2025-12-11T04:17:26.537" v="0" actId="47"/>
        <pc:sldMkLst>
          <pc:docMk/>
          <pc:sldMk cId="2577073647" sldId="264"/>
        </pc:sldMkLst>
      </pc:sldChg>
      <pc:sldChg chg="del">
        <pc:chgData name="Ella Shepherd" userId="cfbe556704ba904b" providerId="LiveId" clId="{E262B8DC-F763-4577-859C-8BBF94047C30}" dt="2025-12-11T04:17:26.537" v="0" actId="47"/>
        <pc:sldMkLst>
          <pc:docMk/>
          <pc:sldMk cId="3129429925" sldId="265"/>
        </pc:sldMkLst>
      </pc:sldChg>
      <pc:sldChg chg="del">
        <pc:chgData name="Ella Shepherd" userId="cfbe556704ba904b" providerId="LiveId" clId="{E262B8DC-F763-4577-859C-8BBF94047C30}" dt="2025-12-11T04:17:26.537" v="0" actId="47"/>
        <pc:sldMkLst>
          <pc:docMk/>
          <pc:sldMk cId="1398105543" sldId="266"/>
        </pc:sldMkLst>
      </pc:sldChg>
      <pc:sldChg chg="del">
        <pc:chgData name="Ella Shepherd" userId="cfbe556704ba904b" providerId="LiveId" clId="{E262B8DC-F763-4577-859C-8BBF94047C30}" dt="2025-12-11T04:17:26.537" v="0" actId="47"/>
        <pc:sldMkLst>
          <pc:docMk/>
          <pc:sldMk cId="597029089" sldId="267"/>
        </pc:sldMkLst>
      </pc:sldChg>
      <pc:sldChg chg="del">
        <pc:chgData name="Ella Shepherd" userId="cfbe556704ba904b" providerId="LiveId" clId="{E262B8DC-F763-4577-859C-8BBF94047C30}" dt="2025-12-11T04:17:26.537" v="0" actId="47"/>
        <pc:sldMkLst>
          <pc:docMk/>
          <pc:sldMk cId="1526426425" sldId="268"/>
        </pc:sldMkLst>
      </pc:sldChg>
      <pc:sldChg chg="del">
        <pc:chgData name="Ella Shepherd" userId="cfbe556704ba904b" providerId="LiveId" clId="{E262B8DC-F763-4577-859C-8BBF94047C30}" dt="2025-12-11T04:17:26.537" v="0" actId="47"/>
        <pc:sldMkLst>
          <pc:docMk/>
          <pc:sldMk cId="3321728292" sldId="269"/>
        </pc:sldMkLst>
      </pc:sldChg>
      <pc:sldChg chg="del">
        <pc:chgData name="Ella Shepherd" userId="cfbe556704ba904b" providerId="LiveId" clId="{E262B8DC-F763-4577-859C-8BBF94047C30}" dt="2025-12-11T04:17:26.537" v="0" actId="47"/>
        <pc:sldMkLst>
          <pc:docMk/>
          <pc:sldMk cId="3529320" sldId="270"/>
        </pc:sldMkLst>
      </pc:sldChg>
      <pc:sldChg chg="del">
        <pc:chgData name="Ella Shepherd" userId="cfbe556704ba904b" providerId="LiveId" clId="{E262B8DC-F763-4577-859C-8BBF94047C30}" dt="2025-12-11T04:17:26.537" v="0" actId="47"/>
        <pc:sldMkLst>
          <pc:docMk/>
          <pc:sldMk cId="1758313435" sldId="271"/>
        </pc:sldMkLst>
      </pc:sldChg>
      <pc:sldChg chg="del">
        <pc:chgData name="Ella Shepherd" userId="cfbe556704ba904b" providerId="LiveId" clId="{E262B8DC-F763-4577-859C-8BBF94047C30}" dt="2025-12-11T04:17:26.537" v="0" actId="47"/>
        <pc:sldMkLst>
          <pc:docMk/>
          <pc:sldMk cId="1342805739" sldId="272"/>
        </pc:sldMkLst>
      </pc:sldChg>
      <pc:sldChg chg="del">
        <pc:chgData name="Ella Shepherd" userId="cfbe556704ba904b" providerId="LiveId" clId="{E262B8DC-F763-4577-859C-8BBF94047C30}" dt="2025-12-11T04:17:26.537" v="0" actId="47"/>
        <pc:sldMkLst>
          <pc:docMk/>
          <pc:sldMk cId="2687296493" sldId="274"/>
        </pc:sldMkLst>
      </pc:sldChg>
      <pc:sldChg chg="del">
        <pc:chgData name="Ella Shepherd" userId="cfbe556704ba904b" providerId="LiveId" clId="{E262B8DC-F763-4577-859C-8BBF94047C30}" dt="2025-12-11T04:17:26.537" v="0" actId="47"/>
        <pc:sldMkLst>
          <pc:docMk/>
          <pc:sldMk cId="2472363574" sldId="276"/>
        </pc:sldMkLst>
      </pc:sldChg>
      <pc:sldChg chg="del">
        <pc:chgData name="Ella Shepherd" userId="cfbe556704ba904b" providerId="LiveId" clId="{E262B8DC-F763-4577-859C-8BBF94047C30}" dt="2025-12-11T04:17:26.537" v="0" actId="47"/>
        <pc:sldMkLst>
          <pc:docMk/>
          <pc:sldMk cId="1489753794" sldId="277"/>
        </pc:sldMkLst>
      </pc:sldChg>
      <pc:sldChg chg="del">
        <pc:chgData name="Ella Shepherd" userId="cfbe556704ba904b" providerId="LiveId" clId="{E262B8DC-F763-4577-859C-8BBF94047C30}" dt="2025-12-11T04:17:26.537" v="0" actId="47"/>
        <pc:sldMkLst>
          <pc:docMk/>
          <pc:sldMk cId="4190688283" sldId="278"/>
        </pc:sldMkLst>
      </pc:sldChg>
      <pc:sldChg chg="del">
        <pc:chgData name="Ella Shepherd" userId="cfbe556704ba904b" providerId="LiveId" clId="{E262B8DC-F763-4577-859C-8BBF94047C30}" dt="2025-12-11T04:17:26.537" v="0" actId="47"/>
        <pc:sldMkLst>
          <pc:docMk/>
          <pc:sldMk cId="3152507335" sldId="2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A75990-A4A1-4DDE-AA8D-73E60A452DD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75CD8D-B1D9-4658-A4F0-38CA8D83E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980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08C238F-B856-42A4-BC32-194DCC130D5F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1CB5-A088-4DB4-8A5C-B084F9B2B528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1328-ADC8-435B-8F5C-D339CD9DD487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56410-64C5-4311-8359-FDA6B61ABBAE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8B01E-6E1B-4AFC-A690-27C447C9486E}" type="datetime1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2F3D2-503A-4E49-99AD-125A054E178F}" type="datetime1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6207-223C-48E4-AE22-548ABC801447}" type="datetime1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41151-B38C-4230-91F0-8A3BB69A056C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EA29-EE45-46F5-8084-6929433FA14E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2680-3826-48D8-A0B9-F293E3A564DD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F02A-B435-4587-AE10-6A02865845FD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27A1-9C29-4918-BA16-87149545F673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EE601-4D27-49FF-B099-2799466F7EDA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2469-603F-4B0F-8F23-6B2B143D5424}" type="datetime1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781E0-05FC-475E-A14D-85EF9B55E67B}" type="datetime1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D02C8-8352-4A2E-A3CD-139A8583C932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80581-4B77-41E9-BE55-C3C9C3900A2A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7B94D-50C4-4558-AAA1-857DDB1A21EF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FFE03-715F-F8C1-EA07-9170C412D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9E563C-73B9-BE60-7C6C-FB1A36F512DA}"/>
              </a:ext>
            </a:extLst>
          </p:cNvPr>
          <p:cNvSpPr txBox="1"/>
          <p:nvPr/>
        </p:nvSpPr>
        <p:spPr>
          <a:xfrm>
            <a:off x="1215887" y="135320"/>
            <a:ext cx="6102626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ECE 4300.01</a:t>
            </a:r>
            <a:br>
              <a:rPr lang="en-US" dirty="0"/>
            </a:br>
            <a:r>
              <a:rPr lang="en-US" dirty="0"/>
              <a:t>Computer Architecture </a:t>
            </a:r>
            <a:br>
              <a:rPr lang="en-US" sz="1100" dirty="0"/>
            </a:br>
            <a:r>
              <a:rPr lang="en-US" sz="1100" dirty="0"/>
              <a:t>Group A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4CB919F-199A-BC04-F3AE-60496B374E9F}"/>
              </a:ext>
            </a:extLst>
          </p:cNvPr>
          <p:cNvSpPr txBox="1">
            <a:spLocks/>
          </p:cNvSpPr>
          <p:nvPr/>
        </p:nvSpPr>
        <p:spPr>
          <a:xfrm>
            <a:off x="2164939" y="1106244"/>
            <a:ext cx="7567879" cy="394438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900" dirty="0"/>
              <a:t>Ella Shepherd, Aaron Tran, Max Gross, Anish Chinnakonda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49CE9B5-92C7-247E-2C8B-A9C1DBEA1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27991" y="599370"/>
            <a:ext cx="12847981" cy="546581"/>
          </a:xfrm>
        </p:spPr>
        <p:txBody>
          <a:bodyPr>
            <a:noAutofit/>
          </a:bodyPr>
          <a:lstStyle/>
          <a:p>
            <a:pPr algn="ctr"/>
            <a:r>
              <a:rPr lang="en-US" sz="2000" dirty="0"/>
              <a:t>CAABSP: </a:t>
            </a:r>
            <a:br>
              <a:rPr lang="en-US" sz="2000" dirty="0"/>
            </a:br>
            <a:r>
              <a:rPr lang="en-US" sz="2000" dirty="0"/>
              <a:t>Computer Architectural Analysis Benchmarking Softcore Processors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0B51DB-1202-3FE0-E30A-D415ECDFC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282" y="1799472"/>
            <a:ext cx="1874174" cy="1355653"/>
          </a:xfrm>
          <a:prstGeom prst="rect">
            <a:avLst/>
          </a:prstGeom>
        </p:spPr>
      </p:pic>
      <p:pic>
        <p:nvPicPr>
          <p:cNvPr id="8" name="Picture 7" descr="Raspberry Pi Pico 2">
            <a:extLst>
              <a:ext uri="{FF2B5EF4-FFF2-40B4-BE49-F238E27FC236}">
                <a16:creationId xmlns:a16="http://schemas.microsoft.com/office/drawing/2014/main" id="{CE6C1187-51B4-F59B-7225-A453CF722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067" b="90733" l="10000" r="90000">
                        <a14:foregroundMark x1="34800" y1="15600" x2="34800" y2="15600"/>
                        <a14:foregroundMark x1="32667" y1="12333" x2="32667" y2="12333"/>
                        <a14:foregroundMark x1="33067" y1="15000" x2="33067" y2="15000"/>
                        <a14:foregroundMark x1="41000" y1="9000" x2="41000" y2="9000"/>
                        <a14:foregroundMark x1="61333" y1="62933" x2="61333" y2="62933"/>
                        <a14:foregroundMark x1="64467" y1="72800" x2="64467" y2="72800"/>
                        <a14:foregroundMark x1="62733" y1="63400" x2="62733" y2="63400"/>
                        <a14:foregroundMark x1="31267" y1="13133" x2="31267" y2="13133"/>
                        <a14:foregroundMark x1="28400" y1="14800" x2="28400" y2="14800"/>
                        <a14:foregroundMark x1="27533" y1="15667" x2="27533" y2="15667"/>
                        <a14:foregroundMark x1="27400" y1="15067" x2="27400" y2="15067"/>
                        <a14:foregroundMark x1="36267" y1="11067" x2="36267" y2="11067"/>
                        <a14:foregroundMark x1="40600" y1="8067" x2="40600" y2="8067"/>
                        <a14:foregroundMark x1="58267" y1="90733" x2="58267" y2="90733"/>
                        <a14:backgroundMark x1="40533" y1="8067" x2="40533" y2="8067"/>
                        <a14:backgroundMark x1="40733" y1="8000" x2="40733" y2="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159" y="3904123"/>
            <a:ext cx="1691559" cy="1691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Raspberry Pi 5 Single Board Computer">
            <a:extLst>
              <a:ext uri="{FF2B5EF4-FFF2-40B4-BE49-F238E27FC236}">
                <a16:creationId xmlns:a16="http://schemas.microsoft.com/office/drawing/2014/main" id="{D4578622-BE22-6A2D-89D3-3B1BB37D5B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61" b="89844" l="7212" r="94250">
                        <a14:foregroundMark x1="84308" y1="31738" x2="84308" y2="31738"/>
                        <a14:foregroundMark x1="71930" y1="27441" x2="71930" y2="27441"/>
                        <a14:foregroundMark x1="68519" y1="28125" x2="68519" y2="28125"/>
                        <a14:foregroundMark x1="87622" y1="33203" x2="87622" y2="33203"/>
                        <a14:foregroundMark x1="67836" y1="26465" x2="67836" y2="26465"/>
                        <a14:foregroundMark x1="91813" y1="32324" x2="91813" y2="32324"/>
                        <a14:foregroundMark x1="94250" y1="30859" x2="94250" y2="30859"/>
                        <a14:foregroundMark x1="91228" y1="52930" x2="91228" y2="52930"/>
                        <a14:foregroundMark x1="66959" y1="78027" x2="66959" y2="78027"/>
                        <a14:foregroundMark x1="25244" y1="77246" x2="25244" y2="77246"/>
                        <a14:foregroundMark x1="10136" y1="76758" x2="10136" y2="76758"/>
                        <a14:foregroundMark x1="10526" y1="75684" x2="10526" y2="75684"/>
                        <a14:foregroundMark x1="7212" y1="72852" x2="7212" y2="72852"/>
                        <a14:foregroundMark x1="7992" y1="52637" x2="7992" y2="52637"/>
                        <a14:foregroundMark x1="8090" y1="24805" x2="8090" y2="24805"/>
                        <a14:foregroundMark x1="93957" y1="48730" x2="93957" y2="48730"/>
                        <a14:foregroundMark x1="94152" y1="45215" x2="94152" y2="45215"/>
                        <a14:foregroundMark x1="9747" y1="70703" x2="9747" y2="70703"/>
                        <a14:backgroundMark x1="9259" y1="27637" x2="9259" y2="27637"/>
                        <a14:backgroundMark x1="8382" y1="77344" x2="8382" y2="77344"/>
                        <a14:backgroundMark x1="8674" y1="76660" x2="8674" y2="76660"/>
                        <a14:backgroundMark x1="9357" y1="77051" x2="9357" y2="77051"/>
                        <a14:backgroundMark x1="94152" y1="45215" x2="94152" y2="45215"/>
                        <a14:backgroundMark x1="8967" y1="71191" x2="8967" y2="71191"/>
                        <a14:backgroundMark x1="9162" y1="70996" x2="9162" y2="709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2358" y="1799472"/>
            <a:ext cx="1800966" cy="179769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C6778B0-6029-DD26-01D1-B5FE3BE3BC51}"/>
              </a:ext>
            </a:extLst>
          </p:cNvPr>
          <p:cNvSpPr txBox="1">
            <a:spLocks/>
          </p:cNvSpPr>
          <p:nvPr/>
        </p:nvSpPr>
        <p:spPr>
          <a:xfrm>
            <a:off x="224385" y="3190789"/>
            <a:ext cx="4175350" cy="3103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err="1"/>
              <a:t>Nexys</a:t>
            </a:r>
            <a:r>
              <a:rPr lang="en-US" dirty="0"/>
              <a:t> a7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DE4AB56-04F6-2CC0-7232-15BD5CF6673A}"/>
              </a:ext>
            </a:extLst>
          </p:cNvPr>
          <p:cNvSpPr txBox="1">
            <a:spLocks/>
          </p:cNvSpPr>
          <p:nvPr/>
        </p:nvSpPr>
        <p:spPr>
          <a:xfrm>
            <a:off x="1929636" y="3377893"/>
            <a:ext cx="754294" cy="394437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noFill/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1050" dirty="0"/>
              <a:t>With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D872A5A-E26A-4F8F-C19E-52E77DEAE4D2}"/>
              </a:ext>
            </a:extLst>
          </p:cNvPr>
          <p:cNvSpPr txBox="1">
            <a:spLocks/>
          </p:cNvSpPr>
          <p:nvPr/>
        </p:nvSpPr>
        <p:spPr>
          <a:xfrm>
            <a:off x="224385" y="3602696"/>
            <a:ext cx="4175350" cy="3103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err="1"/>
              <a:t>Microblaze</a:t>
            </a:r>
            <a:r>
              <a:rPr lang="en-US" dirty="0"/>
              <a:t> 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41AFF77-99B8-1887-5367-D356B5F1895D}"/>
              </a:ext>
            </a:extLst>
          </p:cNvPr>
          <p:cNvSpPr txBox="1">
            <a:spLocks/>
          </p:cNvSpPr>
          <p:nvPr/>
        </p:nvSpPr>
        <p:spPr>
          <a:xfrm>
            <a:off x="133772" y="5595682"/>
            <a:ext cx="4175350" cy="3103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Raspberry pi </a:t>
            </a:r>
            <a:r>
              <a:rPr lang="en-US" dirty="0" err="1"/>
              <a:t>pico</a:t>
            </a:r>
            <a:r>
              <a:rPr lang="en-US" dirty="0"/>
              <a:t> 2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81E2E5E-FC22-A20C-33DF-A8354B4BA810}"/>
              </a:ext>
            </a:extLst>
          </p:cNvPr>
          <p:cNvSpPr txBox="1">
            <a:spLocks/>
          </p:cNvSpPr>
          <p:nvPr/>
        </p:nvSpPr>
        <p:spPr>
          <a:xfrm>
            <a:off x="8930134" y="3649287"/>
            <a:ext cx="4175350" cy="31031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raspberry pi 5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73D7D04-13E2-D499-12E4-0CA30CB28E39}"/>
              </a:ext>
            </a:extLst>
          </p:cNvPr>
          <p:cNvSpPr txBox="1">
            <a:spLocks/>
          </p:cNvSpPr>
          <p:nvPr/>
        </p:nvSpPr>
        <p:spPr>
          <a:xfrm>
            <a:off x="91850" y="6176233"/>
            <a:ext cx="4175350" cy="3103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err="1"/>
              <a:t>Riscv</a:t>
            </a:r>
            <a:r>
              <a:rPr lang="en-US" dirty="0"/>
              <a:t>    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081FEA28-8A47-6516-67D9-1BE6D4151E77}"/>
              </a:ext>
            </a:extLst>
          </p:cNvPr>
          <p:cNvSpPr txBox="1">
            <a:spLocks/>
          </p:cNvSpPr>
          <p:nvPr/>
        </p:nvSpPr>
        <p:spPr>
          <a:xfrm>
            <a:off x="8930134" y="4160430"/>
            <a:ext cx="4175350" cy="3103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Arm     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DA07A13-EE3C-B760-E039-13F73729C526}"/>
              </a:ext>
            </a:extLst>
          </p:cNvPr>
          <p:cNvSpPr txBox="1">
            <a:spLocks/>
          </p:cNvSpPr>
          <p:nvPr/>
        </p:nvSpPr>
        <p:spPr>
          <a:xfrm>
            <a:off x="1849577" y="5865922"/>
            <a:ext cx="754294" cy="394437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noFill/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1050" dirty="0"/>
              <a:t>With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E235F19-FF1E-7A87-23BA-3F769B0EF25F}"/>
              </a:ext>
            </a:extLst>
          </p:cNvPr>
          <p:cNvSpPr txBox="1">
            <a:spLocks/>
          </p:cNvSpPr>
          <p:nvPr/>
        </p:nvSpPr>
        <p:spPr>
          <a:xfrm>
            <a:off x="10606227" y="3876491"/>
            <a:ext cx="754294" cy="394437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noFill/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1050" dirty="0"/>
              <a:t>With</a:t>
            </a:r>
          </a:p>
        </p:txBody>
      </p:sp>
      <p:pic>
        <p:nvPicPr>
          <p:cNvPr id="25" name="Picture 24" descr="A table with information on it&#10;&#10;AI-generated content may be incorrect.">
            <a:extLst>
              <a:ext uri="{FF2B5EF4-FFF2-40B4-BE49-F238E27FC236}">
                <a16:creationId xmlns:a16="http://schemas.microsoft.com/office/drawing/2014/main" id="{A58BF845-C272-7A08-4756-8A2E5B251C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4271" y="1867352"/>
            <a:ext cx="6361328" cy="461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5589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35adb83e-19b8-479a-ab59-3b51e814bab1" xsi:nil="true"/>
    <_activity xmlns="35adb83e-19b8-479a-ab59-3b51e814bab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1F40AC7539184F866632DC4DD58686" ma:contentTypeVersion="15" ma:contentTypeDescription="Create a new document." ma:contentTypeScope="" ma:versionID="c838ee48445ccde10d64351d49d9861a">
  <xsd:schema xmlns:xsd="http://www.w3.org/2001/XMLSchema" xmlns:xs="http://www.w3.org/2001/XMLSchema" xmlns:p="http://schemas.microsoft.com/office/2006/metadata/properties" xmlns:ns3="7240446a-a952-4b47-aa7a-bc2a5d76ef9c" xmlns:ns4="35adb83e-19b8-479a-ab59-3b51e814bab1" targetNamespace="http://schemas.microsoft.com/office/2006/metadata/properties" ma:root="true" ma:fieldsID="13874997a0ff40c31759269a69ec48ec" ns3:_="" ns4:_="">
    <xsd:import namespace="7240446a-a952-4b47-aa7a-bc2a5d76ef9c"/>
    <xsd:import namespace="35adb83e-19b8-479a-ab59-3b51e814bab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KeyPoints" minOccurs="0"/>
                <xsd:element ref="ns4:MediaServiceKeyPoints" minOccurs="0"/>
                <xsd:element ref="ns4:_activity" minOccurs="0"/>
                <xsd:element ref="ns4:MediaServiceObjectDetectorVersions" minOccurs="0"/>
                <xsd:element ref="ns4:MediaServiceSearchProperties" minOccurs="0"/>
                <xsd:element ref="ns4:MediaServiceSystemTags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40446a-a952-4b47-aa7a-bc2a5d76ef9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adb83e-19b8-479a-ab59-3b51e814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9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C41CBB0-BAA0-4983-8F2B-E10AF3358DA8}">
  <ds:schemaRefs>
    <ds:schemaRef ds:uri="http://purl.org/dc/terms/"/>
    <ds:schemaRef ds:uri="http://schemas.microsoft.com/office/infopath/2007/PartnerControls"/>
    <ds:schemaRef ds:uri="http://purl.org/dc/dcmitype/"/>
    <ds:schemaRef ds:uri="http://www.w3.org/XML/1998/namespace"/>
    <ds:schemaRef ds:uri="http://schemas.microsoft.com/office/2006/documentManagement/types"/>
    <ds:schemaRef ds:uri="http://purl.org/dc/elements/1.1/"/>
    <ds:schemaRef ds:uri="7240446a-a952-4b47-aa7a-bc2a5d76ef9c"/>
    <ds:schemaRef ds:uri="http://schemas.openxmlformats.org/package/2006/metadata/core-properties"/>
    <ds:schemaRef ds:uri="35adb83e-19b8-479a-ab59-3b51e814bab1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E096F0E7-E7B5-406E-8E94-F0043B2AC7F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E8D9BFE-368D-4373-B73B-EE738C8B2A41}">
  <ds:schemaRefs>
    <ds:schemaRef ds:uri="35adb83e-19b8-479a-ab59-3b51e814bab1"/>
    <ds:schemaRef ds:uri="7240446a-a952-4b47-aa7a-bc2a5d76ef9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Circuit design</Template>
  <TotalTime>0</TotalTime>
  <Words>43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Tw Cen MT</vt:lpstr>
      <vt:lpstr>Circuit</vt:lpstr>
      <vt:lpstr>CAABSP:  Computer Architectural Analysis Benchmarking Softcore Processors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 4300.01 Computer Architecture - Group A</dc:title>
  <dc:creator>Ella V. Shepherd</dc:creator>
  <cp:lastModifiedBy>Ella V. Shepherd</cp:lastModifiedBy>
  <cp:revision>2</cp:revision>
  <dcterms:created xsi:type="dcterms:W3CDTF">2025-10-30T04:34:48Z</dcterms:created>
  <dcterms:modified xsi:type="dcterms:W3CDTF">2025-12-11T04:17:34Z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0x010100C11F40AC7539184F866632DC4DD58686</vt:lpwstr>
  </property>
</Properties>
</file>